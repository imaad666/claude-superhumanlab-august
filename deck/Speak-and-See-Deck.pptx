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7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SLP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Speech-language therapy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closed room.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clinician models sounds. A child imitates. Feedback is rich, live, and human — for 30–45 minutes. Then the door closes.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correction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session. Vanishes the second practice moves home.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notes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after the fact. No replay of mouth shape, tone, or volume.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846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homework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4846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without sensors. Parents guess what “good” looked like.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5669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5669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Carryover is thin. Sessions often restart colder than they should.</a:t>
            </a:r>
            <a:endParaRPr lang="en-US" sz="1300" dirty="0"/>
          </a:p>
        </p:txBody>
      </p:sp>
      <p:pic>
        <p:nvPicPr>
          <p:cNvPr id="17" name="Image 0" descr="/Users/imaad/i/claude-superhuman/deck/assets/therapy-chil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320040"/>
            <a:ext cx="4754880" cy="3154680"/>
          </a:xfrm>
          <a:prstGeom prst="rect">
            <a:avLst/>
          </a:prstGeom>
        </p:spPr>
      </p:pic>
      <p:pic>
        <p:nvPicPr>
          <p:cNvPr id="18" name="Image 1" descr="/Users/imaad/i/claude-superhuman/deck/assets/therapy-note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0" y="3611880"/>
            <a:ext cx="4754880" cy="2880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→ notes → home gap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loop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after the session.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0"/>
            <a:ext cx="457200" cy="54864"/>
          </a:xfrm>
          <a:prstGeom prst="rect">
            <a:avLst/>
          </a:prstGeom>
          <a:solidFill>
            <a:srgbClr val="C44A12"/>
          </a:solidFill>
          <a:ln w="12700">
            <a:solidFill>
              <a:srgbClr val="C44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visual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leave without a picture of the target mouth. Practice becomes imitation of memory.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926080"/>
            <a:ext cx="457200" cy="54864"/>
          </a:xfrm>
          <a:prstGeom prst="rect">
            <a:avLst/>
          </a:prstGeom>
          <a:solidFill>
            <a:srgbClr val="C44A12"/>
          </a:solidFill>
          <a:ln w="12700">
            <a:solidFill>
              <a:srgbClr val="C44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signal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3794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pitch, smile, jaw — none of it is instrumented between visits.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2926080"/>
            <a:ext cx="457200" cy="54864"/>
          </a:xfrm>
          <a:prstGeom prst="rect">
            <a:avLst/>
          </a:prstGeom>
          <a:solidFill>
            <a:srgbClr val="C44A12"/>
          </a:solidFill>
          <a:ln w="12700">
            <a:solidFill>
              <a:srgbClr val="C44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44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durable lesson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3794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therapist modeled can’t be replayed as a mouth-shape lesson at home.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&amp; See exists to keep the clinician’s model alive between appointments.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SPEAK &amp;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speech companion with two doors: an SLP path that turns therapy targets into home practice, and a Speech Guide that coaches the mouth in real time — lips, voice, and tone.</a:t>
            </a:r>
            <a:endParaRPr lang="en-US" sz="1400" dirty="0"/>
          </a:p>
        </p:txBody>
      </p:sp>
      <p:pic>
        <p:nvPicPr>
          <p:cNvPr id="5" name="Image 0" descr="/Users/imaad/i/claude-superhuman/deck/screenshots/02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80984"/>
            <a:ext cx="6035040" cy="3771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554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SLP  for younger learners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0" y="18836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Therapist assigns minimal-pair words and therapy sounds from a Speech Alphabet (IPA-ish cells).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250545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SIMPLE session worksheet: topic → targets → schedule → activities → vocab, Gemma can expand the plan.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31272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Learner opens “Practice next” and jumps straight into camera practice; progress logs stay on-device.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858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Guide  trainer &amp; live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0" y="4187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Personal Trainer: MediaPipe lip mesh + live cues (“open a little more”) with open/wide/round meters.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48097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Live Guide: record a teacher speaking, then build word lessons from their real lip vectors.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543153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Voice wave runs continuously for the take: loud / happy / mid / shallow baselines, not a resetting spectrogram.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MediaPipe lips · browser STT · Gemma (plans / lessons / cues) · local progress store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→ practice → coach → measure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SLP picks sounds &amp; words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Practice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taps Practice 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Lips + voice wave + cues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8116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8116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By-sound accuracy over time</a:t>
            </a:r>
            <a:endParaRPr lang="en-US" sz="1200" dirty="0"/>
          </a:p>
        </p:txBody>
      </p:sp>
      <p:pic>
        <p:nvPicPr>
          <p:cNvPr id="12" name="Image 0" descr="/Users/imaad/i/claude-superhuman/deck/screenshots/03-slp-alphab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3657600" cy="2286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87294" y="1681037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Therapist side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87294" y="2001077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Speech Alphabet: tap a live sound cell to add its bank words to the assign set.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87294" y="2503997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Minimal pairs (S vs SH, SH vs CH…) with per-word scores when logged.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87294" y="3006917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Progress panel: 92% avg in this take: green bars for strong sounds, brown for targets still weak.</a:t>
            </a:r>
            <a:endParaRPr lang="en-US" sz="1200" dirty="0"/>
          </a:p>
        </p:txBody>
      </p:sp>
      <p:pic>
        <p:nvPicPr>
          <p:cNvPr id="17" name="Image 1" descr="/Users/imaad/i/claude-superhuman/deck/screenshots/01-practice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794760" cy="2371725"/>
          </a:xfrm>
          <a:prstGeom prst="rect">
            <a:avLst/>
          </a:prstGeom>
        </p:spPr>
      </p:pic>
      <p:pic>
        <p:nvPicPr>
          <p:cNvPr id="18" name="Image 2" descr="/Users/imaad/i/claude-superhuman/deck/screenshots/04-trai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977640"/>
            <a:ext cx="3794760" cy="23717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next + by-sound bars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5820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words open the trainer. Accuracy rolls up per phoneme so the next session isn’t a black box.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5820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lip coach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58200" y="5623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follow, step cues (heh · eh · ll · oh), brain meters, and a continuous voice wave with loud/happy/mid/shallow lines.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550</Words>
  <Application>Microsoft Macintosh PowerPoint</Application>
  <PresentationFormat>Widescreen</PresentationFormat>
  <Paragraphs>61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 &amp; See</dc:title>
  <dc:subject>PptxGenJS Presentation</dc:subject>
  <dc:creator>Speak &amp; See</dc:creator>
  <cp:lastModifiedBy>Imaad Irshad</cp:lastModifiedBy>
  <cp:revision>3</cp:revision>
  <dcterms:created xsi:type="dcterms:W3CDTF">2026-08-09T10:26:46Z</dcterms:created>
  <dcterms:modified xsi:type="dcterms:W3CDTF">2026-08-09T10:31:36Z</dcterms:modified>
</cp:coreProperties>
</file>